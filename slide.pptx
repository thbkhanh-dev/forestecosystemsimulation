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111827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228B5E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FBBF24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" y="4572000"/>
            <a:ext cx="1097280" cy="1097280"/>
          </a:xfrm>
          <a:prstGeom prst="ellipse">
            <a:avLst/>
          </a:prstGeom>
          <a:solidFill>
            <a:srgbClr val="48BB78">
              <a:lumMod val="75000"/>
              <a:lumOff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457200"/>
            <a:ext cx="548640" cy="548640"/>
          </a:xfrm>
          <a:prstGeom prst="ellipse">
            <a:avLst/>
          </a:prstGeom>
          <a:solidFill>
            <a:srgbClr val="FBBF24">
              <a:lumMod val="75000"/>
              <a:lumOff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2286000"/>
            <a:ext cx="365760" cy="365760"/>
          </a:xfrm>
          <a:prstGeom prst="ellipse">
            <a:avLst/>
          </a:prstGeom>
          <a:solidFill>
            <a:srgbClr val="38BDF8">
              <a:lumMod val="75000"/>
              <a:lumOff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/>
            </a:pPr>
            <a:r>
              <a:t>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Segoe UI"/>
              </a:defRPr>
            </a:pPr>
            <a:r>
              <a:t>Forest Ecosystem Simulation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27432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8BB78"/>
                </a:solidFill>
                <a:latin typeface="Segoe UI"/>
              </a:defRPr>
            </a:pPr>
            <a:r>
              <a:t>Interactive 3D Environment using Three.js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Segoe UI"/>
              </a:defRPr>
            </a:pPr>
            <a:r>
              <a:t>Computer Graphics Project  •  Three.js  •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72768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350008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774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Technologies &amp;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127248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7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System Architecture &amp;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3904488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0448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31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681728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09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Day/Night Cycle Feature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5458968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45896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86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Results &amp; Demonstration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126479"/>
            <a:ext cx="7680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4400" y="6236207"/>
            <a:ext cx="411480" cy="4114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6236207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62636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3378454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What is Forest Ecosystem Simulation?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Web-based 3D forest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19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599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599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199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Low-poly stylized aesthetic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Interactive day/night 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19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800599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00599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199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Real-time WebGL rendering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No external 3D models needed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19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00599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0599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199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Single HTML file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898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Master Three.js and WebGL 3D graphics programming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28799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Understand scene composition: camera, lighting, materials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46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7614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Create appealing low-poly visual aesthetic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34472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Implement smooth day/night cycle transitions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8862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33087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5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Build intuitive time control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5720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48188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5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Optimize for 60 FPS browser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9204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378879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Technologies </a:t>
            </a:r>
            <a:endParaRPr lang="en-US" dirty="0"/>
          </a:p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Three.js v0.160.0 - 3D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19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599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599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199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WebGL 2.0 - GPU Rendering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HTML5 / CSS3 - 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19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800599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00599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199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JavaScript ES6+ - Logic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OrbitControls -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19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00599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0599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199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CDN - No Build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Segoe UI"/>
              </a:defRPr>
            </a:pPr>
            <a:r>
              <a:t>Three.js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0233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Scene - Object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Camera - Viewpoint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3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Renderer - Screen drawing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7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7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Mesh = Geometry + Material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Lights - Scene illumination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43000"/>
            <a:ext cx="4206240" cy="5120640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26280" y="1051560"/>
            <a:ext cx="4206240" cy="5120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g_1_1_threej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24808"/>
            <a:ext cx="4023360" cy="28827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Segoe UI"/>
              </a:defRPr>
            </a:pPr>
            <a:r>
              <a:t>Primitive Geometries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898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CylinderGeometry → Tree trunks, flower 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28799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ConeGeometry → Pine foliage, grass blades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46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7614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SphereGeometry → Round trees, bushes, flowers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34472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IcosahedronGeometry → Rocks with flatShading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8862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33087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5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PlaneGeometry → Ground surface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Modular architecture with interconnected components</a:t>
            </a:r>
          </a:p>
        </p:txBody>
      </p:sp>
      <p:pic>
        <p:nvPicPr>
          <p:cNvPr id="9" name="Picture 8" descr="A diagram of a system architecture diagram&#10;&#10;AI-generated content may be incorrect.">
            <a:extLst>
              <a:ext uri="{FF2B5EF4-FFF2-40B4-BE49-F238E27FC236}">
                <a16:creationId xmlns:a16="http://schemas.microsoft.com/office/drawing/2014/main" id="{35DE1E4B-AAC5-1AEF-298B-B1B99F656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293746"/>
            <a:ext cx="6291072" cy="44837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Tree Object Design - 4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2_2_tre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8488"/>
            <a:ext cx="8229600" cy="3856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Pine Tree • Round Tree • Tall Pine • Shrub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Rock &amp; Bush Object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2_3_rock_bush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2487"/>
            <a:ext cx="8229600" cy="32484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IcosahedronGeometry for rocks, clustered SphereGeometry for bushes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19472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91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0233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Single HTML file (~1100 lines)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ES6 module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3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CDN-loaded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7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7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No build step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Organized code sections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43000"/>
            <a:ext cx="4206240" cy="5120640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26280" y="1051560"/>
            <a:ext cx="4206240" cy="51206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g_3_1_projec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05908"/>
            <a:ext cx="4023360" cy="34461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Segoe UI"/>
              </a:defRPr>
            </a:pPr>
            <a:r>
              <a:t>Scene Configuration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898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PerspectiveCamera: 60° FOV, position (20, 15, 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28799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WebGLRenderer: Antialiasing + PCFSoftShadowMap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46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7614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ACES Filmic tone mapping for cinematic look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34472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Linear fog for atmospheric depth effect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8862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33087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5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OrbitControls with damping for smooth navigation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Lighting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3_3_lighting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287091"/>
            <a:ext cx="7260336" cy="4473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Ambient + Directional (Sun/Moon) + Hemisphere lights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Segoe UI"/>
              </a:defRPr>
            </a:pPr>
            <a:r>
              <a:t>Forest Objects Created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0233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60 trees (4 different types)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20 rocks (single + clusters)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3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25 bushes (2 variations)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7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7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15 mushroom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20 flower patches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40 grass patches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143000"/>
            <a:ext cx="4206240" cy="5120640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26280" y="1051560"/>
            <a:ext cx="4206240" cy="5120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g_3_4_3_5_trees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40280"/>
            <a:ext cx="402336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56048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2181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Day/Night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Day/Night Cycle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3_8_day_night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72845"/>
            <a:ext cx="4334256" cy="4579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Circular sun/moon paths with smooth color interpolation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Time System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Minutes 0-1440 (00:00-24:00)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19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599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599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199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Trigonometric position calc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Smooth color interpolation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19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800599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00599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199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Dynamic light intensity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Speed control: 1x to 100x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19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00599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0599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199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Interactive time slider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Segoe UI"/>
              </a:defRPr>
            </a:pPr>
            <a:r>
              <a:t>Control Panel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02336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Large digital time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Sun/Moon emoji indicator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3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Color-coded time slider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7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7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Play/Stop buttons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5E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Adjustable speed (1x-100x)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43000"/>
            <a:ext cx="4206240" cy="5120640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26280" y="1051560"/>
            <a:ext cx="4206240" cy="5120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g_3_9_contro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18790"/>
            <a:ext cx="3959352" cy="30204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10328" y="420624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429000"/>
            <a:ext cx="56875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Results &amp;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111827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Scene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560320" cy="2011680"/>
          </a:xfrm>
          <a:prstGeom prst="roundRect">
            <a:avLst/>
          </a:prstGeom>
          <a:solidFill>
            <a:srgbClr val="FFFFFF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Segoe UI"/>
              </a:defRPr>
            </a:pPr>
            <a:r>
              <a:t>~60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Trees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60320" cy="2011680"/>
          </a:xfrm>
          <a:prstGeom prst="roundRect">
            <a:avLst/>
          </a:prstGeom>
          <a:solidFill>
            <a:srgbClr val="FFFFFF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Segoe UI"/>
              </a:defRPr>
            </a:pPr>
            <a:r>
              <a:t>~20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Rocks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2560320" cy="2011680"/>
          </a:xfrm>
          <a:prstGeom prst="roundRect">
            <a:avLst/>
          </a:prstGeom>
          <a:solidFill>
            <a:srgbClr val="FFFFFF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Segoe UI"/>
              </a:defRPr>
            </a:pPr>
            <a:r>
              <a:t>~25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Bushes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2560320" cy="2011680"/>
          </a:xfrm>
          <a:prstGeom prst="roundRect">
            <a:avLst/>
          </a:prstGeom>
          <a:solidFill>
            <a:srgbClr val="FFFFFF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Segoe UI"/>
              </a:defRPr>
            </a:pPr>
            <a:r>
              <a:t>~15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74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Mushrooms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703320"/>
            <a:ext cx="2560320" cy="2011680"/>
          </a:xfrm>
          <a:prstGeom prst="roundRect">
            <a:avLst/>
          </a:prstGeom>
          <a:solidFill>
            <a:srgbClr val="FFFFFF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886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343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Segoe UI"/>
              </a:defRPr>
            </a:pPr>
            <a:r>
              <a:t>~20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074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Flowers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703320"/>
            <a:ext cx="2560320" cy="2011680"/>
          </a:xfrm>
          <a:prstGeom prst="roundRect">
            <a:avLst/>
          </a:prstGeom>
          <a:solidFill>
            <a:srgbClr val="FFFFFF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886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343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Segoe UI"/>
              </a:defRPr>
            </a:pPr>
            <a:r>
              <a:t>~40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74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Grass Patches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Daytime View (12:00)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4_1_day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7616"/>
            <a:ext cx="7223760" cy="4063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Full lighting • Vibrant colors • Crisp shadows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Dawn &amp; Sunset Transitions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41148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_extra_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628774"/>
            <a:ext cx="3931920" cy="22117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303520"/>
            <a:ext cx="3200400" cy="50292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🌅 Dawn (06:00)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1005840"/>
            <a:ext cx="41148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4_2_su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7" y="1628773"/>
            <a:ext cx="3931920" cy="22117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66359" y="5303520"/>
            <a:ext cx="3200400" cy="5029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5349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🌇 Sunset (18:30)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Night View (00:00)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4_3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387030"/>
            <a:ext cx="7260336" cy="4083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Moonlit scene • Dark blue sky • Atmospheric fog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54734"/>
              </a:gs>
              <a:gs pos="100000">
                <a:srgbClr val="228B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Wide Overview 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412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overview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1485328"/>
            <a:ext cx="7214616" cy="40582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B7280"/>
                </a:solidFill>
                <a:latin typeface="Segoe UI"/>
              </a:defRPr>
            </a:pPr>
            <a:r>
              <a:t>Complete forest scene from elevated perspective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54734"/>
              </a:gs>
            </a:gsLst>
            <a:lin ang="14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46320" y="457200"/>
            <a:ext cx="457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2286000" cy="6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Key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Interactive 3D forest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19" y="114300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599" y="109728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599" y="109728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199" y="14173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280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Consistent low-poly aesthetic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Smooth day/night transitions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19" y="2377439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800599" y="233172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00599" y="233172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199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514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60 FPS on modern browsers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Intuitive time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19" y="3611880"/>
            <a:ext cx="3931920" cy="10058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00599" y="35661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0599" y="3566160"/>
            <a:ext cx="109728" cy="10058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199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5E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Segoe UI"/>
              </a:defRPr>
            </a:pPr>
            <a:r>
              <a:t>Clean modular codebase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48BB7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Segoe UI"/>
              </a:defRPr>
            </a:pPr>
            <a:r>
              <a:t>Future Improvements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898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🌬 Animated wind effects on trees and grass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28799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⛰ Procedural terrain with hills and valleys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46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7614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💧 Water features: lakes, streams, reflections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34472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🌧 Weather effects: rain, snow, clouds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8862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33087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5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🚶 First-person exploration 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572000"/>
            <a:ext cx="7315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4818888"/>
            <a:ext cx="201168" cy="201168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59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Segoe UI"/>
              </a:defRPr>
            </a:pPr>
            <a:r>
              <a:t>🔊 Ambient audio and sound effects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28B5E"/>
              </a:gs>
              <a:gs pos="100000">
                <a:srgbClr val="111827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48BB78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BBF24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5029200"/>
            <a:ext cx="2286000" cy="2286000"/>
          </a:xfrm>
          <a:prstGeom prst="ellipse">
            <a:avLst/>
          </a:prstGeom>
          <a:solidFill>
            <a:srgbClr val="38BDF8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457200"/>
            <a:ext cx="914400" cy="914400"/>
          </a:xfrm>
          <a:prstGeom prst="ellipse">
            <a:avLst/>
          </a:prstGeom>
          <a:solidFill>
            <a:srgbClr val="48BB78">
              <a:lumMod val="75000"/>
              <a:lumOff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0" y="164592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BBF24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663440"/>
            <a:ext cx="2743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"/>
              </a:defRPr>
            </a:pPr>
            <a:r>
              <a:t>Forest Ecosystem Simulation</a:t>
            </a:r>
          </a:p>
          <a:p>
            <a:pPr algn="ctr">
              <a:defRPr sz="1200">
                <a:solidFill>
                  <a:srgbClr val="6B7280"/>
                </a:solidFill>
                <a:latin typeface="Segoe UI"/>
              </a:defRPr>
            </a:pPr>
            <a:r>
              <a:t>Three.js • WebGL •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675</Words>
  <Application>Microsoft Office PowerPoint</Application>
  <PresentationFormat>On-screen Show (4:3)</PresentationFormat>
  <Paragraphs>220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HÙNG trúc đào</cp:lastModifiedBy>
  <cp:revision>23</cp:revision>
  <dcterms:created xsi:type="dcterms:W3CDTF">2013-01-27T09:14:16Z</dcterms:created>
  <dcterms:modified xsi:type="dcterms:W3CDTF">2025-12-18T05:10:44Z</dcterms:modified>
  <cp:category/>
</cp:coreProperties>
</file>